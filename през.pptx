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67373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69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84029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41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655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585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073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6826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617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3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432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1FFB1EE-9612-472B-9B08-E5518CF09BA3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5270FFA-67A7-42AA-A4FF-F07A760FAC9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170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5FA86-C583-5311-AA98-4FE85658E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ru-RU" sz="4000" dirty="0"/>
              <a:t>Разработка программного модуля ведения личного бюджета и расходов пользователя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A42ED5-7DE1-8BB2-9543-15D5EDDBFA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Студент: </a:t>
            </a:r>
            <a:r>
              <a:rPr lang="ru-RU" dirty="0" err="1"/>
              <a:t>Чесник</a:t>
            </a:r>
            <a:r>
              <a:rPr lang="ru-RU" dirty="0"/>
              <a:t> Константин Витальевич</a:t>
            </a:r>
          </a:p>
          <a:p>
            <a:r>
              <a:rPr lang="ru-RU" dirty="0"/>
              <a:t>Группа: ИСП-23К</a:t>
            </a:r>
          </a:p>
        </p:txBody>
      </p:sp>
    </p:spTree>
    <p:extLst>
      <p:ext uri="{BB962C8B-B14F-4D97-AF65-F5344CB8AC3E}">
        <p14:creationId xmlns:p14="http://schemas.microsoft.com/office/powerpoint/2010/main" val="308494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A45C5F-8A84-F98D-845C-10CAF407E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CEED19-0ADF-F98B-F3B2-BFD408017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Скорость традиционных методов</a:t>
            </a:r>
          </a:p>
          <a:p>
            <a:r>
              <a:rPr lang="ru-RU" dirty="0"/>
              <a:t>Высокая вероятность ошибки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469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2D8AB-EC71-E8D6-C984-8DD40193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D54B6E-D2EC-5D3A-1088-EDA33AEBA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Создание системы, автоматизирующую процессы учета</a:t>
            </a:r>
          </a:p>
        </p:txBody>
      </p:sp>
    </p:spTree>
    <p:extLst>
      <p:ext uri="{BB962C8B-B14F-4D97-AF65-F5344CB8AC3E}">
        <p14:creationId xmlns:p14="http://schemas.microsoft.com/office/powerpoint/2010/main" val="3254822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EFAC6-1955-A4DA-A1B0-BCA111022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459D10-BE32-99D5-04E6-DE4BEC74B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19DCCE-B80D-B2B4-ADD3-3209BEEA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Язык – </a:t>
            </a:r>
            <a:r>
              <a:rPr lang="en-US" dirty="0"/>
              <a:t>C#</a:t>
            </a:r>
          </a:p>
          <a:p>
            <a:r>
              <a:rPr lang="ru-RU" dirty="0"/>
              <a:t>Фреймворки – </a:t>
            </a:r>
            <a:r>
              <a:rPr lang="en-US" dirty="0"/>
              <a:t>WPF, </a:t>
            </a:r>
            <a:r>
              <a:rPr lang="en-US" dirty="0" err="1"/>
              <a:t>EntitiFrameworkCore</a:t>
            </a:r>
            <a:r>
              <a:rPr lang="en-US" dirty="0"/>
              <a:t>, ASP.NET</a:t>
            </a:r>
          </a:p>
          <a:p>
            <a:r>
              <a:rPr lang="ru-RU" dirty="0"/>
              <a:t>Среда разработки – </a:t>
            </a:r>
            <a:r>
              <a:rPr lang="en-US" dirty="0"/>
              <a:t>Visual Studio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841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C47BE-7119-4396-3FEB-4F970EFB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5D1E1-336F-CFB7-700B-DF5098C6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WPF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124EF0-33A0-1391-84B7-C69468DA8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Windows Presentation Foundation – </a:t>
            </a:r>
            <a:r>
              <a:rPr lang="ru-RU" dirty="0"/>
              <a:t>фреймворк для создания графического интерфейса в операционной системе </a:t>
            </a:r>
            <a:r>
              <a:rPr lang="en-US"/>
              <a:t>Windows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368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95D61-DF71-F807-2A9C-0618E1EF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E59FE-48F1-48F0-7597-2D3A9771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DDE13A-44E9-7D31-120B-D020D6B66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87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312C0-D067-86A7-29D5-6E6D462FD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30D2F-6786-26D1-5663-21C753688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DA8EB-6287-C98D-0565-2A8CD19C6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196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14ED6-B7E4-DD0F-7DBC-7B9EC7A4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06D29-40EF-91A5-EE41-25DBC64F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08F315-6686-9B41-5073-8D5AF6C2E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16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6434-E941-31B3-6C1C-557748F0F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21EA40-E919-81EC-2761-730D2BA4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76C341-EEDF-F4B5-3D6B-F059D3990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4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52DBB-0783-A236-FD3C-7018A116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02B25-FEDE-0D75-5AC1-0BE7E954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11EDAD-5BAE-1F25-B169-C3DF5D7D3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000049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28</TotalTime>
  <Words>64</Words>
  <Application>Microsoft Office PowerPoint</Application>
  <PresentationFormat>Широкоэкранный</PresentationFormat>
  <Paragraphs>14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Franklin Gothic Book</vt:lpstr>
      <vt:lpstr>Уголки</vt:lpstr>
      <vt:lpstr>Разработка программного модуля ведения личного бюджета и расходов пользователя</vt:lpstr>
      <vt:lpstr>Проблема</vt:lpstr>
      <vt:lpstr>Решение</vt:lpstr>
      <vt:lpstr>Стек</vt:lpstr>
      <vt:lpstr>WPF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ska</dc:creator>
  <cp:lastModifiedBy>ska</cp:lastModifiedBy>
  <cp:revision>1</cp:revision>
  <dcterms:created xsi:type="dcterms:W3CDTF">2026-06-08T08:01:27Z</dcterms:created>
  <dcterms:modified xsi:type="dcterms:W3CDTF">2026-06-08T08:29:45Z</dcterms:modified>
</cp:coreProperties>
</file>